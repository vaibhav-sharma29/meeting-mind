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Introducing Our Latest Innovation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Assigned to: Ayush</a:t>
            </a:r>
          </a:p>
          <a:p>
            <a:r>
              <a:t>Deadline: 2024-01-15</a:t>
            </a:r>
          </a:p>
          <a:p>
            <a:r>
              <a:t>Revolutionizing the Industry with Our New Product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Advanced Technology</a:t>
            </a:r>
          </a:p>
          <a:p>
            <a:pPr/>
            <a:r>
              <a:t>User-Friendly Interface</a:t>
            </a:r>
          </a:p>
          <a:p>
            <a:pPr/>
            <a:r>
              <a:t>Increased Efficiency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Artificial Intelligence Integration</a:t>
            </a:r>
          </a:p>
          <a:p>
            <a:pPr/>
            <a:r>
              <a:t>Real-Time Data Analytics</a:t>
            </a:r>
          </a:p>
          <a:p>
            <a:pPr/>
            <a:r>
              <a:t>Customizable Options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and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Cost Savings</a:t>
            </a:r>
          </a:p>
          <a:p>
            <a:pPr/>
            <a:r>
              <a:t>Improved Productivity</a:t>
            </a:r>
          </a:p>
          <a:p>
            <a:pPr/>
            <a:r>
              <a:t>Enhanced Customer Experience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and Sales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Targeted Advertising</a:t>
            </a:r>
          </a:p>
          <a:p>
            <a:pPr/>
            <a:r>
              <a:t>Partnerships and Collaborations</a:t>
            </a:r>
          </a:p>
          <a:p>
            <a:pPr/>
            <a:r>
              <a:t>Special Launch Offers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Get Ready to Experience the Future</a:t>
            </a:r>
          </a:p>
          <a:p>
            <a:pPr/>
            <a:r>
              <a:t>Join Us for the Product Launch Event</a:t>
            </a:r>
          </a:p>
          <a:p>
            <a:pPr/>
            <a:r>
              <a:t>Be a Part of the Revolution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and customize this presentation</a:t>
            </a:r>
          </a:p>
          <a:p>
            <a:r>
              <a:t>Add specific details and data</a:t>
            </a:r>
          </a:p>
          <a:p>
            <a:r>
              <a:t>Present to stakeholders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