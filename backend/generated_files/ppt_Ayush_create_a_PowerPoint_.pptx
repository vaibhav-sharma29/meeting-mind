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Introducing NovaTech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Assigned to: Ayush</a:t>
            </a:r>
          </a:p>
          <a:p>
            <a:r>
              <a:t>Deadline: 2024-01-15</a:t>
            </a:r>
          </a:p>
          <a:p>
            <a:r>
              <a:t>Revolutionizing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AI-Powered Technology</a:t>
            </a:r>
          </a:p>
          <a:p>
            <a:pPr/>
            <a:r>
              <a:t>User-Friendly Interface</a:t>
            </a:r>
          </a:p>
          <a:p>
            <a:pPr/>
            <a:r>
              <a:t>Enhanced Performance Capabilities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Data Analytics</a:t>
            </a:r>
          </a:p>
          <a:p>
            <a:pPr/>
            <a:r>
              <a:t>Customizable Settings</a:t>
            </a:r>
          </a:p>
          <a:p>
            <a:pPr/>
            <a:r>
              <a:t>Seamless Integration with Existing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and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Increased Efficiency and Productivity</a:t>
            </a:r>
          </a:p>
          <a:p>
            <a:pPr/>
            <a:r>
              <a:t>Cost-Effective Solution</a:t>
            </a:r>
          </a:p>
          <a:p>
            <a:pPr/>
            <a:r>
              <a:t>Improved Customer Satisfaction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Official Launch Date: March 1st</a:t>
            </a:r>
          </a:p>
          <a:p>
            <a:pPr/>
            <a:r>
              <a:t>Available at Major Retailers</a:t>
            </a:r>
          </a:p>
          <a:p>
            <a:pPr/>
            <a:r>
              <a:t>Special Introductory Offer for Early Adopters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NovaTech is poised to revolutionize the industry with its cutting-edge technology and innovative design</a:t>
            </a:r>
          </a:p>
          <a:p>
            <a:pPr/>
            <a:r>
              <a:t>Join us in shaping the future of technology</a:t>
            </a:r>
          </a:p>
          <a:p>
            <a:pPr/>
            <a:r>
              <a:t>Get ready to experience the power of NovaTech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and customize this presentation</a:t>
            </a:r>
          </a:p>
          <a:p>
            <a:r>
              <a:t>Add specific details and data</a:t>
            </a:r>
          </a:p>
          <a:p>
            <a:r>
              <a:t>Present to stakeholders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